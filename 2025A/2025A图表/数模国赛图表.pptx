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00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CBA2C4-AB7C-4EBC-AC8B-38729B5B3D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64DEA6-6292-49C9-837C-3D00B16A1C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3AC94D-3DAD-46AE-B98E-272CCD70D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6E7E-B77F-4E69-9638-BA7462D776E0}" type="datetimeFigureOut">
              <a:rPr lang="zh-CN" altLang="en-US" smtClean="0"/>
              <a:t>2025/09/07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F99474-DF57-4330-94D1-983886DC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3732EA-0F01-434D-A06F-841CB48EF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0729-B9B9-4891-BB3F-D556EF427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936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CE84E4-86BA-49FE-8FB6-30EAB2463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DD0B64-9D05-49C4-B544-30CC88C4B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F2C2AF-64B2-4FD0-9906-5204EA30B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6E7E-B77F-4E69-9638-BA7462D776E0}" type="datetimeFigureOut">
              <a:rPr lang="zh-CN" altLang="en-US" smtClean="0"/>
              <a:t>2025/09/07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389BF4-7DB8-4D25-BD99-A852EA6B0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F9B22F-34DD-4CB5-B7B8-F1A6CB9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0729-B9B9-4891-BB3F-D556EF427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698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95A7E7-B87D-4135-90CE-356B6ECF0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F3A2C8-A27A-43F0-BE6D-835B3CC7C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CE5F9B-923D-453F-927A-F3A9A1DC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6E7E-B77F-4E69-9638-BA7462D776E0}" type="datetimeFigureOut">
              <a:rPr lang="zh-CN" altLang="en-US" smtClean="0"/>
              <a:t>2025/09/07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32C8AF-6557-4D19-AEAE-E9933D13C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F5797A-8CE1-49A6-AA49-BE6AB13D0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0729-B9B9-4891-BB3F-D556EF427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944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CD3CD7-C069-447C-927D-D862F3DE2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5F04F2-662B-499B-AE1A-01F403FE91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793EED-AA2F-44EF-9021-1C530917E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821F48-C8C3-42C4-8A76-63CF228DC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6E7E-B77F-4E69-9638-BA7462D776E0}" type="datetimeFigureOut">
              <a:rPr lang="zh-CN" altLang="en-US" smtClean="0"/>
              <a:t>2025/09/07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DB57C5-1D7E-4B7B-92FD-3A5076B1C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1A5CF2-EF8D-43A5-9F60-DAD4A9BE6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0729-B9B9-4891-BB3F-D556EF427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681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35FD90-48F2-4CF0-9DE3-8829016D7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BFB58A-FB48-460C-B60F-3881E3D82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82AB28-8CC8-4B54-A6DF-0AF1A8E74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6CFEC3F-D201-40D1-924D-BF6E0B7A29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D1650DA-68F8-43CC-B92D-7DF8883A26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01B8052-3EC9-42ED-AECB-4D2931166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6E7E-B77F-4E69-9638-BA7462D776E0}" type="datetimeFigureOut">
              <a:rPr lang="zh-CN" altLang="en-US" smtClean="0"/>
              <a:t>2025/09/07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7DBCEEE-ADBE-4DA6-AED9-6422852DB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D7C1D7E-4993-4BF3-8512-C94CBDA75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0729-B9B9-4891-BB3F-D556EF427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386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85D62F-7355-4608-9733-024B66074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0EA9294-B1D9-460C-B3A8-6CB7DC7BC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6E7E-B77F-4E69-9638-BA7462D776E0}" type="datetimeFigureOut">
              <a:rPr lang="zh-CN" altLang="en-US" smtClean="0"/>
              <a:t>2025/09/07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D3CA7A-E6FE-4515-8019-507D198E3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2C0B55-D013-4E33-A7AF-571E64E05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0729-B9B9-4891-BB3F-D556EF427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666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03110B-3EEB-4685-B20E-1E7AD3D5C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6E7E-B77F-4E69-9638-BA7462D776E0}" type="datetimeFigureOut">
              <a:rPr lang="zh-CN" altLang="en-US" smtClean="0"/>
              <a:t>2025/09/07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533F678-B489-4753-8493-7978FF9FC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74EC15-6AEF-4D57-90FA-0CBDDF0E3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0729-B9B9-4891-BB3F-D556EF427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255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32F878-FFA3-4BA7-9832-F6590F449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FF1855-F095-4D44-B86C-E0ED2B38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33E2EB-3E1A-41C8-A79B-A43D6A613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EBD58E-377A-449D-AB2F-D3CF0F7BE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6E7E-B77F-4E69-9638-BA7462D776E0}" type="datetimeFigureOut">
              <a:rPr lang="zh-CN" altLang="en-US" smtClean="0"/>
              <a:t>2025/09/07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567D21-C100-44A4-8E06-249C0EF34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5273C8-AC96-4B3B-91F1-9C36BFE92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0729-B9B9-4891-BB3F-D556EF427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599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F1273A-F7F5-4ADC-9FAD-A817EA0B4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DFA1ADF-3E9A-4181-A909-C18366C4BA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DC6408-D85C-4A50-9D7C-F246EC206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F316C9-9D59-4A29-BC81-D79F0CD08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6E7E-B77F-4E69-9638-BA7462D776E0}" type="datetimeFigureOut">
              <a:rPr lang="zh-CN" altLang="en-US" smtClean="0"/>
              <a:t>2025/09/07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6A1873-B9E4-4AFC-BDFB-F87CBF462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4E593A-B5C5-45C2-ACBB-28B9232DE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0729-B9B9-4891-BB3F-D556EF427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194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348490-FAAB-4E77-83E5-09D6070E9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7879CB-DA3B-4CF0-85D0-4658FE99EE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0E59AB-559F-4DCF-B31E-C9503EF53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6E7E-B77F-4E69-9638-BA7462D776E0}" type="datetimeFigureOut">
              <a:rPr lang="zh-CN" altLang="en-US" smtClean="0"/>
              <a:t>2025/09/07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2A7566-CDDD-4980-A66E-2B65568C9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F7E941-ECF0-4A6F-807F-E6F33CA2E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0729-B9B9-4891-BB3F-D556EF427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510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5985128-B689-4FC2-AB62-06E1E3EEAC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B9B63B-8E9E-4DD8-A160-8947A77F1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915824-891A-4FF9-8538-9CB79000A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6E7E-B77F-4E69-9638-BA7462D776E0}" type="datetimeFigureOut">
              <a:rPr lang="zh-CN" altLang="en-US" smtClean="0"/>
              <a:t>2025/09/07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01D07F-2914-4867-905F-AC070A26F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A2D3F2-B279-46FC-BC1B-39D271371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0729-B9B9-4891-BB3F-D556EF427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271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DD0F4BE-98D3-4178-BF3F-80D8D20EB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95B9AA-FD95-40A8-89AB-20D7A8169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398AE0-F63A-4915-A913-24E86BD02A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D26E7E-B77F-4E69-9638-BA7462D776E0}" type="datetimeFigureOut">
              <a:rPr lang="zh-CN" altLang="en-US" smtClean="0"/>
              <a:t>2025/09/07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C98B10-29AF-483C-A44C-5DB980A407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F135AB-F3ED-417B-8589-8A41A998A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20729-B9B9-4891-BB3F-D556EF4278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054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D2AFD85-4A57-4723-B608-82FBEE65F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644" y="844417"/>
            <a:ext cx="7988711" cy="516916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92C59C0-6F7F-4F3F-89D0-65E2A1FAEA44}"/>
              </a:ext>
            </a:extLst>
          </p:cNvPr>
          <p:cNvSpPr txBox="1"/>
          <p:nvPr/>
        </p:nvSpPr>
        <p:spPr>
          <a:xfrm>
            <a:off x="2434419" y="4868417"/>
            <a:ext cx="397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B5E461-137C-41B9-B63F-2914D6447456}"/>
              </a:ext>
            </a:extLst>
          </p:cNvPr>
          <p:cNvSpPr txBox="1"/>
          <p:nvPr/>
        </p:nvSpPr>
        <p:spPr>
          <a:xfrm>
            <a:off x="2426741" y="4222423"/>
            <a:ext cx="397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ACE71F-BF1C-4024-97B2-C6551893479B}"/>
              </a:ext>
            </a:extLst>
          </p:cNvPr>
          <p:cNvSpPr txBox="1"/>
          <p:nvPr/>
        </p:nvSpPr>
        <p:spPr>
          <a:xfrm>
            <a:off x="2426740" y="3576429"/>
            <a:ext cx="397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376E39-9EBA-4310-90D0-F8F23809B0C5}"/>
              </a:ext>
            </a:extLst>
          </p:cNvPr>
          <p:cNvSpPr txBox="1"/>
          <p:nvPr/>
        </p:nvSpPr>
        <p:spPr>
          <a:xfrm>
            <a:off x="2426739" y="2884100"/>
            <a:ext cx="397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FE8E8F8-D8C2-41B6-A018-A54311E418F0}"/>
              </a:ext>
            </a:extLst>
          </p:cNvPr>
          <p:cNvSpPr txBox="1"/>
          <p:nvPr/>
        </p:nvSpPr>
        <p:spPr>
          <a:xfrm>
            <a:off x="2426738" y="2263423"/>
            <a:ext cx="397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BF16CA-0A58-42D2-B18A-6FBEA8D9FE15}"/>
              </a:ext>
            </a:extLst>
          </p:cNvPr>
          <p:cNvSpPr txBox="1"/>
          <p:nvPr/>
        </p:nvSpPr>
        <p:spPr>
          <a:xfrm>
            <a:off x="2426737" y="1571094"/>
            <a:ext cx="397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7C2AC87-8025-43D5-90B1-0A3BF9973C7B}"/>
              </a:ext>
            </a:extLst>
          </p:cNvPr>
          <p:cNvSpPr txBox="1"/>
          <p:nvPr/>
        </p:nvSpPr>
        <p:spPr>
          <a:xfrm>
            <a:off x="2831910" y="5452206"/>
            <a:ext cx="397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135FE76-D237-47B7-A644-AD5165AC23CC}"/>
              </a:ext>
            </a:extLst>
          </p:cNvPr>
          <p:cNvSpPr txBox="1"/>
          <p:nvPr/>
        </p:nvSpPr>
        <p:spPr>
          <a:xfrm>
            <a:off x="3880106" y="5452206"/>
            <a:ext cx="566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50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52D6A6-5864-498B-A81F-2FCCDD05B8EA}"/>
              </a:ext>
            </a:extLst>
          </p:cNvPr>
          <p:cNvSpPr txBox="1"/>
          <p:nvPr/>
        </p:nvSpPr>
        <p:spPr>
          <a:xfrm>
            <a:off x="4862246" y="5441000"/>
            <a:ext cx="566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100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DA301E7-DCBF-4E1A-B751-0965C90E86D5}"/>
              </a:ext>
            </a:extLst>
          </p:cNvPr>
          <p:cNvSpPr txBox="1"/>
          <p:nvPr/>
        </p:nvSpPr>
        <p:spPr>
          <a:xfrm>
            <a:off x="5951539" y="5442301"/>
            <a:ext cx="566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150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6848C00-211A-46CA-A47D-35B055219326}"/>
              </a:ext>
            </a:extLst>
          </p:cNvPr>
          <p:cNvSpPr txBox="1"/>
          <p:nvPr/>
        </p:nvSpPr>
        <p:spPr>
          <a:xfrm>
            <a:off x="7029556" y="5441000"/>
            <a:ext cx="566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200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5E5947B-A99D-441D-BE08-A323EEE1F31D}"/>
              </a:ext>
            </a:extLst>
          </p:cNvPr>
          <p:cNvSpPr txBox="1"/>
          <p:nvPr/>
        </p:nvSpPr>
        <p:spPr>
          <a:xfrm>
            <a:off x="8107573" y="5441000"/>
            <a:ext cx="566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250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1952EE6-D94E-4E05-B5D9-ED463C1919FD}"/>
              </a:ext>
            </a:extLst>
          </p:cNvPr>
          <p:cNvSpPr txBox="1"/>
          <p:nvPr/>
        </p:nvSpPr>
        <p:spPr>
          <a:xfrm>
            <a:off x="9196866" y="5441000"/>
            <a:ext cx="566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300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3783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DBADF45-8A2C-403B-BB72-482F6A497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5654"/>
            <a:ext cx="12192000" cy="368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714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2979792-9FD4-4991-A2F2-53BDF7695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5216"/>
            <a:ext cx="12192000" cy="406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044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9C0B965-E18C-42CB-BCF3-3B1B9E4AA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9467"/>
            <a:ext cx="12192000" cy="313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543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5EFDE1B-F257-4263-8661-A4B01A2DD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8207"/>
            <a:ext cx="12192000" cy="4001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843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A565774-7636-431A-BD71-7499B8092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8335"/>
            <a:ext cx="12192000" cy="360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434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C9AFEE6-39F8-4234-ADB1-B688C3CBB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8897"/>
            <a:ext cx="12192000" cy="310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47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3952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6098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5281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3922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0253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</Words>
  <Application>Microsoft Office PowerPoint</Application>
  <PresentationFormat>宽屏</PresentationFormat>
  <Paragraphs>13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妤婧 朱</dc:creator>
  <cp:lastModifiedBy>妤婧 朱</cp:lastModifiedBy>
  <cp:revision>7</cp:revision>
  <dcterms:created xsi:type="dcterms:W3CDTF">2025-09-06T10:24:58Z</dcterms:created>
  <dcterms:modified xsi:type="dcterms:W3CDTF">2025-09-07T03:29:55Z</dcterms:modified>
</cp:coreProperties>
</file>